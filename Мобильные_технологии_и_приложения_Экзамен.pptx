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0" r:id="rId7"/>
    <p:sldId id="267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7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C20BB3-4472-457F-8585-E9C5EDFAD29F}" type="datetimeFigureOut">
              <a:rPr lang="ru-RU" smtClean="0"/>
              <a:t>11.05.2025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18D893-096D-4E0D-9B23-98C359F4A0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8089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8495C-367B-4225-ACA1-53BF1002A2A0}" type="datetime1">
              <a:rPr lang="ru-RU" smtClean="0"/>
              <a:t>11.05.2025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38C-C8E5-46D5-B3BA-30CB5D946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4278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93FAC-9A79-4E38-BD80-86618F67A90F}" type="datetime1">
              <a:rPr lang="ru-RU" smtClean="0"/>
              <a:t>11.05.2025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38C-C8E5-46D5-B3BA-30CB5D946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1401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868B8-56CB-47A5-A4DF-6C5A58F3C4D8}" type="datetime1">
              <a:rPr lang="ru-RU" smtClean="0"/>
              <a:t>11.05.2025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38C-C8E5-46D5-B3BA-30CB5D946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4773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9C74E-2C2A-4456-BA0D-CC8969D5D2A6}" type="datetime1">
              <a:rPr lang="ru-RU" smtClean="0"/>
              <a:t>11.05.2025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38C-C8E5-46D5-B3BA-30CB5D946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9598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533D5-D950-4255-A305-4525D8B04254}" type="datetime1">
              <a:rPr lang="ru-RU" smtClean="0"/>
              <a:t>11.05.2025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38C-C8E5-46D5-B3BA-30CB5D946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0522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ABB0C-B40C-4A34-9132-C24C662E1314}" type="datetime1">
              <a:rPr lang="ru-RU" smtClean="0"/>
              <a:t>11.05.2025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38C-C8E5-46D5-B3BA-30CB5D946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8361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07EC7-C035-4CD0-8568-80999B7AE73B}" type="datetime1">
              <a:rPr lang="ru-RU" smtClean="0"/>
              <a:t>11.05.2025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38C-C8E5-46D5-B3BA-30CB5D946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2978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417D9-8962-4EAE-8923-6C97405C85D2}" type="datetime1">
              <a:rPr lang="ru-RU" smtClean="0"/>
              <a:t>11.05.2025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38C-C8E5-46D5-B3BA-30CB5D946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7471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B62CE-3FFE-4F49-8F8E-F5F93580DF68}" type="datetime1">
              <a:rPr lang="ru-RU" smtClean="0"/>
              <a:t>11.05.2025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38C-C8E5-46D5-B3BA-30CB5D946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6750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A00B0-BCE6-48A2-8D93-9B749E6C21D5}" type="datetime1">
              <a:rPr lang="ru-RU" smtClean="0"/>
              <a:t>11.05.2025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38C-C8E5-46D5-B3BA-30CB5D946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6366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3CC20-49D2-462E-A604-F63BD11C0EDF}" type="datetime1">
              <a:rPr lang="ru-RU" smtClean="0"/>
              <a:t>11.05.2025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38C-C8E5-46D5-B3BA-30CB5D946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9124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818CF-3A27-4A30-A8B3-7AB0C8F6C02E}" type="datetime1">
              <a:rPr lang="ru-RU" smtClean="0"/>
              <a:t>11.05.2025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0B038C-C8E5-46D5-B3BA-30CB5D946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2010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76656" y="457200"/>
            <a:ext cx="107990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РЕСПУБЛИКИ КАЗАХСТАН​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СЕВЕРО-КАЗАХСТАНСКИЙ УНИВЕРСИТЕТ​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ИМ. М. КОЗЫБАЕВА​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ФАКУЛЬТЕТ ИНЖЕНЕРИИ И ЦИФРОВЫХ ТЕХНОЛОГИЙ​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"ИНФОРМАЦИОННО-КОММУНИКАЦИОННЫЕ ТЕХНОЛОГИИ"​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301240"/>
            <a:ext cx="10799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ТВОРЧЕСКИЙ ЭКЗАМЕН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ctr" fontAlgn="base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ДИСЦИПЛИНЕ «</a:t>
            </a:r>
            <a:r>
              <a:rPr lang="kk-KZ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МОБИЛЬНЫЕ ТЕХНОЛОГИИ И ПРИЛОЖЕНИЯ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443216" y="4732127"/>
            <a:ext cx="35021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fontAlgn="base"/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Балтабаев Е.А.</a:t>
            </a:r>
          </a:p>
          <a:p>
            <a:pPr algn="r" fontAlgn="base"/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Магауов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Д.Ж.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829056" y="457363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Выполнили: студент​ы</a:t>
            </a:r>
          </a:p>
          <a:p>
            <a:pPr fontAlgn="base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группы ИС-22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base"/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028188" y="5987438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fontAlgn="base"/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Петропавловск, 2025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9056" y="2929604"/>
            <a:ext cx="10799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«ИНФОРМАЦИОННАЯ СИСТЕМА 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WARPOINT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»»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637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45694" y="361764"/>
            <a:ext cx="4746171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946539"/>
            <a:ext cx="9006839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539750" algn="just"/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Основная цель мобильного приложения – упростить и ускорить взаимодействие клиентов с системой бронирования, предоставить им персонализированный интерфейс, а также расширить возможности администрирования и аналитики сотрудников компании. 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45693" y="2801086"/>
            <a:ext cx="4746171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199" y="3403718"/>
            <a:ext cx="9006839" cy="28623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534988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функционал: авторизация/регистрация пользователей, работа с данными (БД), интеграция с внешним API, минимум 3 экрана, интеграция с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соц.сетями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форма обратной связи. </a:t>
            </a:r>
          </a:p>
          <a:p>
            <a:pPr indent="534988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интуитивно понятный и удобный пользовательский интерфейс UI/UX: адаптивный интерфейс под разные размеры экранов, анимации и плавные переходы между экранами, иконка приложения, элементы интерфейса (не менее 5): Кнопка, Ссылка, Иконка, Вкладка, Чекбокс, Радиокнопка, Переключатель, Выпадающий список, Ползунок, Поле ввода, Таблицы, Меню.</a:t>
            </a:r>
          </a:p>
          <a:p>
            <a:pPr indent="534988" algn="just">
              <a:buFont typeface="Arial" panose="020B0604020202020204" pitchFamily="34" charset="0"/>
              <a:buChar char="•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-уведомления, GPS-трекинг, платежный шлюз или другой сервис по согласованию с преподавателем - на выбор.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ECE163A-8656-4088-B066-A948235B1C58}" type="slidenum">
              <a:rPr lang="ru-RU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009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9891" y="221673"/>
            <a:ext cx="10196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Авторизация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 пользователей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38C-C8E5-46D5-B3BA-30CB5D9464BC}" type="slidenum">
              <a:rPr lang="ru-RU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 descr="Изображение выглядит как текст, снимок экрана, Шрифт, числ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DA7FDA8-77C6-7F54-1675-3E72A8635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075" y="1408711"/>
            <a:ext cx="2986433" cy="404057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1EC0325-71C8-B098-9F76-BC5DE885C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1251" y="1686948"/>
            <a:ext cx="3306676" cy="3484103"/>
          </a:xfrm>
          <a:prstGeom prst="rect">
            <a:avLst/>
          </a:prstGeom>
          <a:ln w="12700">
            <a:solidFill>
              <a:sysClr val="windowText" lastClr="000000"/>
            </a:solidFill>
          </a:ln>
        </p:spPr>
      </p:pic>
    </p:spTree>
    <p:extLst>
      <p:ext uri="{BB962C8B-B14F-4D97-AF65-F5344CB8AC3E}">
        <p14:creationId xmlns:p14="http://schemas.microsoft.com/office/powerpoint/2010/main" val="3055121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9891" y="221673"/>
            <a:ext cx="10196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с внешним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38C-C8E5-46D5-B3BA-30CB5D9464BC}" type="slidenum">
              <a:rPr lang="ru-RU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 descr="Изображение выглядит как текст, снимок экрана, Шрифт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BC09842-9361-6116-049F-2B3369E8A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498" y="1282385"/>
            <a:ext cx="5175004" cy="4293230"/>
          </a:xfrm>
          <a:prstGeom prst="rect">
            <a:avLst/>
          </a:prstGeom>
          <a:ln w="12700">
            <a:solidFill>
              <a:sysClr val="windowText" lastClr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69659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9891" y="221673"/>
            <a:ext cx="10196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Экраны приложения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38C-C8E5-46D5-B3BA-30CB5D9464BC}" type="slidenum">
              <a:rPr lang="ru-RU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458FC05-3DF3-4FCC-81CD-BE1C0E415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600" y="1086623"/>
            <a:ext cx="2399744" cy="48602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E9EBF16-9B11-D44D-EB5D-918C35F18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491" y="1081512"/>
            <a:ext cx="2399744" cy="48525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3F72246-0D11-54E0-26EE-F4ADE7D08B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9012" y="1112203"/>
            <a:ext cx="2387114" cy="48346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26429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9891" y="221673"/>
            <a:ext cx="10196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с соцсетями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38C-C8E5-46D5-B3BA-30CB5D9464BC}" type="slidenum">
              <a:rPr lang="ru-RU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6347961-7E47-6F79-7B01-A8D160FB1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4893" y="1686560"/>
            <a:ext cx="4822213" cy="2398365"/>
          </a:xfrm>
          <a:prstGeom prst="rect">
            <a:avLst/>
          </a:prstGeom>
          <a:ln w="12700">
            <a:solidFill>
              <a:sysClr val="windowText" lastClr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1868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2B57E0B-3270-4253-E3E7-9FB281E81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38C-C8E5-46D5-B3BA-30CB5D9464BC}" type="slidenum">
              <a:rPr lang="ru-RU" smtClean="0"/>
              <a:t>7</a:t>
            </a:fld>
            <a:endParaRPr lang="ru-RU"/>
          </a:p>
        </p:txBody>
      </p:sp>
      <p:pic>
        <p:nvPicPr>
          <p:cNvPr id="3" name="Рисунок 2" descr="Изображение выглядит как текст, снимок экран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BAD41A7-79A9-473C-13AE-5695DD3775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6504" y="806448"/>
            <a:ext cx="2518991" cy="5081601"/>
          </a:xfrm>
          <a:prstGeom prst="rect">
            <a:avLst/>
          </a:prstGeom>
          <a:noFill/>
          <a:ln w="12700">
            <a:solidFill>
              <a:sysClr val="windowText" lastClr="000000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C94353-B8F7-2E48-D291-19577E84C450}"/>
              </a:ext>
            </a:extLst>
          </p:cNvPr>
          <p:cNvSpPr txBox="1"/>
          <p:nvPr/>
        </p:nvSpPr>
        <p:spPr>
          <a:xfrm>
            <a:off x="1089891" y="221673"/>
            <a:ext cx="10196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 обратной связи</a:t>
            </a:r>
          </a:p>
        </p:txBody>
      </p:sp>
    </p:spTree>
    <p:extLst>
      <p:ext uri="{BB962C8B-B14F-4D97-AF65-F5344CB8AC3E}">
        <p14:creationId xmlns:p14="http://schemas.microsoft.com/office/powerpoint/2010/main" val="252739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9891" y="221673"/>
            <a:ext cx="10196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 бронирования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38C-C8E5-46D5-B3BA-30CB5D9464BC}" type="slidenum">
              <a:rPr lang="ru-RU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6591309-C19F-2909-5A31-93A0BCF837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9339" y="1692023"/>
            <a:ext cx="3278048" cy="3473954"/>
          </a:xfrm>
          <a:prstGeom prst="rect">
            <a:avLst/>
          </a:prstGeom>
          <a:noFill/>
          <a:ln w="12700">
            <a:solidFill>
              <a:sysClr val="windowText" lastClr="000000"/>
            </a:solidFill>
          </a:ln>
        </p:spPr>
      </p:pic>
    </p:spTree>
    <p:extLst>
      <p:ext uri="{BB962C8B-B14F-4D97-AF65-F5344CB8AC3E}">
        <p14:creationId xmlns:p14="http://schemas.microsoft.com/office/powerpoint/2010/main" val="4073048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9891" y="221673"/>
            <a:ext cx="10196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Иконки меню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38C-C8E5-46D5-B3BA-30CB5D9464BC}" type="slidenum">
              <a:rPr lang="ru-RU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DF22F90-0CC2-B96E-2981-3F6A46963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596" y="2668988"/>
            <a:ext cx="7576808" cy="1098557"/>
          </a:xfrm>
          <a:prstGeom prst="rect">
            <a:avLst/>
          </a:prstGeom>
          <a:ln>
            <a:solidFill>
              <a:sysClr val="windowText" lastClr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71344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9891" y="221673"/>
            <a:ext cx="10196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–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уведомление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38C-C8E5-46D5-B3BA-30CB5D9464BC}" type="slidenum">
              <a:rPr lang="ru-RU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DEB415B-C26B-5146-353A-ACD184541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806448"/>
            <a:ext cx="2743200" cy="5573485"/>
          </a:xfrm>
          <a:prstGeom prst="rect">
            <a:avLst/>
          </a:prstGeom>
          <a:ln>
            <a:solidFill>
              <a:sysClr val="windowText" lastClr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042320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246</Words>
  <Application>Microsoft Office PowerPoint</Application>
  <PresentationFormat>Широкоэкранный</PresentationFormat>
  <Paragraphs>32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acer</dc:creator>
  <cp:lastModifiedBy>Ерлан Балтабаев</cp:lastModifiedBy>
  <cp:revision>6</cp:revision>
  <dcterms:created xsi:type="dcterms:W3CDTF">2025-05-11T15:51:25Z</dcterms:created>
  <dcterms:modified xsi:type="dcterms:W3CDTF">2025-05-11T18:53:13Z</dcterms:modified>
</cp:coreProperties>
</file>