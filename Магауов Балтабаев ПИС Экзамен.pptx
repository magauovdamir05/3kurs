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20BB3-4472-457F-8585-E9C5EDFAD29F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8D893-096D-4E0D-9B23-98C359F4A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08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495C-367B-4225-ACA1-53BF1002A2A0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278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93FAC-9A79-4E38-BD80-86618F67A90F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40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68B8-56CB-47A5-A4DF-6C5A58F3C4D8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77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C74E-2C2A-4456-BA0D-CC8969D5D2A6}" type="datetime1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59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3D5-D950-4255-A305-4525D8B04254}" type="datetime1">
              <a:rPr lang="ru-RU" smtClean="0"/>
              <a:t>11.05.2025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2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BB0C-B40C-4A34-9132-C24C662E1314}" type="datetime1">
              <a:rPr lang="ru-RU" smtClean="0"/>
              <a:t>11.05.2025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36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7EC7-C035-4CD0-8568-80999B7AE73B}" type="datetime1">
              <a:rPr lang="ru-RU" smtClean="0"/>
              <a:t>11.05.2025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97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417D9-8962-4EAE-8923-6C97405C85D2}" type="datetime1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47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2CE-3FFE-4F49-8F8E-F5F93580DF68}" type="datetime1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75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00B0-BCE6-48A2-8D93-9B749E6C21D5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36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CC20-49D2-462E-A604-F63BD11C0EDF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12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818CF-3A27-4A30-A8B3-7AB0C8F6C02E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01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457200"/>
            <a:ext cx="10799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РЕСПУБЛИКИ КАЗАХСТАН​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СЕВЕРО-КАЗАХСТАНСКИЙ УНИВЕРСИТЕТ​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ИМ. М. КОЗЫБАЕВА​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ИНЖЕНЕРИИ И ЦИФРОВЫХ ТЕХНОЛОГИЙ​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"ИНФОРМАЦИОННО-КОММУНИКАЦИОННЫЕ ТЕХНОЛОГИИ"​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301240"/>
            <a:ext cx="10799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ТВОРЧЕСКИЙ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ЭКЗАМЕН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kk-K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ИНФОРМАЦИОННЫХ СИСТЕМ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43216" y="4732127"/>
            <a:ext cx="3502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ase"/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Балтабаев Е.А.</a:t>
            </a:r>
          </a:p>
          <a:p>
            <a:pPr algn="r" fontAlgn="base"/>
            <a:r>
              <a:rPr lang="ru-RU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Магауов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Д.Ж.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29056" y="457363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ИС-22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028188" y="59874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/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Петропавловск,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9056" y="2929604"/>
            <a:ext cx="10799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WARPOINT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3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5694" y="361764"/>
            <a:ext cx="474617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0" y="946539"/>
            <a:ext cx="9006839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внедрение прототипа информационной системы для автоматизации процесса бронирования услуг в арене виртуальной реальности «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Warpoint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», обеспечивающей удобный пользовательский интерфейс и централизованное управление данными.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5693" y="2801086"/>
            <a:ext cx="474617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199" y="3403718"/>
            <a:ext cx="9006839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предпроектный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информационной системы, выявив бизнес-процессы и пользовательские роли.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диаграммы прецедентов (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всех категорий пользователей.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моделирование ключевых процессов, реализуемых в системе.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структуру и реализовать базу данных.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информационной системы.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интерфейс с учётом принципов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требований.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прототип системы как клиент-серверное приложение.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Разместить прототип в сети Интернет.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ECE163A-8656-4088-B066-A948235B1C58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00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63" y="1179750"/>
            <a:ext cx="5868219" cy="48679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пользователей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2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и Нефункциональные требования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901" y="806448"/>
            <a:ext cx="6320923" cy="5917625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5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70912" y="1248785"/>
            <a:ext cx="7234901" cy="47548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68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524730" y="1337569"/>
            <a:ext cx="7327265" cy="473072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42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64694" y="1515628"/>
            <a:ext cx="7447338" cy="41462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04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бизнес-процесса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02876" y="1208808"/>
            <a:ext cx="8370974" cy="44900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4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БД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28298" y="1174000"/>
            <a:ext cx="6120130" cy="443611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59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ИС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817" y="1248797"/>
            <a:ext cx="5413092" cy="4625531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2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 ИС в сети Интернет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http://qrcoder.ru/code/?http%3A%2F%2Fp7789846.beget.tech%2F&amp;4&amp;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448" y="1670915"/>
            <a:ext cx="3115830" cy="3187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6419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945219F9042A545B9434958EDBDB158" ma:contentTypeVersion="12" ma:contentTypeDescription="Создание документа." ma:contentTypeScope="" ma:versionID="fa6f6eade271690b6658ece695a91198">
  <xsd:schema xmlns:xsd="http://www.w3.org/2001/XMLSchema" xmlns:xs="http://www.w3.org/2001/XMLSchema" xmlns:p="http://schemas.microsoft.com/office/2006/metadata/properties" xmlns:ns2="e8e4b7e8-b23c-48df-b545-98409063c373" xmlns:ns3="8811877f-b560-4d0e-a421-c92af55e1f5a" targetNamespace="http://schemas.microsoft.com/office/2006/metadata/properties" ma:root="true" ma:fieldsID="9b7b8d94cb5ab39bfdb4b6c880ee7524" ns2:_="" ns3:_="">
    <xsd:import namespace="e8e4b7e8-b23c-48df-b545-98409063c373"/>
    <xsd:import namespace="8811877f-b560-4d0e-a421-c92af55e1f5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4b7e8-b23c-48df-b545-98409063c37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508e978-076e-49fc-9a3c-480c0be26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11877f-b560-4d0e-a421-c92af55e1f5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7e20627-1b8a-4047-8e5d-c547de0f379c}" ma:internalName="TaxCatchAll" ma:showField="CatchAllData" ma:web="8811877f-b560-4d0e-a421-c92af55e1f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e4b7e8-b23c-48df-b545-98409063c373">
      <Terms xmlns="http://schemas.microsoft.com/office/infopath/2007/PartnerControls"/>
    </lcf76f155ced4ddcb4097134ff3c332f>
    <TaxCatchAll xmlns="8811877f-b560-4d0e-a421-c92af55e1f5a" xsi:nil="true"/>
    <ReferenceId xmlns="e8e4b7e8-b23c-48df-b545-98409063c373" xsi:nil="true"/>
  </documentManagement>
</p:properties>
</file>

<file path=customXml/itemProps1.xml><?xml version="1.0" encoding="utf-8"?>
<ds:datastoreItem xmlns:ds="http://schemas.openxmlformats.org/officeDocument/2006/customXml" ds:itemID="{AEE673D2-1B51-4DC6-9408-5417E1FFB8EB}"/>
</file>

<file path=customXml/itemProps2.xml><?xml version="1.0" encoding="utf-8"?>
<ds:datastoreItem xmlns:ds="http://schemas.openxmlformats.org/officeDocument/2006/customXml" ds:itemID="{EA25016F-20F5-4729-A98E-831C19D56D68}"/>
</file>

<file path=customXml/itemProps3.xml><?xml version="1.0" encoding="utf-8"?>
<ds:datastoreItem xmlns:ds="http://schemas.openxmlformats.org/officeDocument/2006/customXml" ds:itemID="{E5A53C75-E07C-4C04-9272-3AB0C972F73B}"/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198</Words>
  <Application>Microsoft Office PowerPoint</Application>
  <PresentationFormat>Широкоэкранный</PresentationFormat>
  <Paragraphs>39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acer</dc:creator>
  <cp:lastModifiedBy>acer</cp:lastModifiedBy>
  <cp:revision>5</cp:revision>
  <dcterms:created xsi:type="dcterms:W3CDTF">2025-05-11T15:51:25Z</dcterms:created>
  <dcterms:modified xsi:type="dcterms:W3CDTF">2025-05-11T16:23:54Z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0x010100E945219F9042A545B9434958EDBDB158</vt:lpwstr>
  </property>
</Properties>
</file>